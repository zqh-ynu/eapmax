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40067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17" autoAdjust="0"/>
    <p:restoredTop sz="94660"/>
  </p:normalViewPr>
  <p:slideViewPr>
    <p:cSldViewPr snapToGrid="0">
      <p:cViewPr varScale="1">
        <p:scale>
          <a:sx n="209" d="100"/>
          <a:sy n="209" d="100"/>
        </p:scale>
        <p:origin x="57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589242"/>
            <a:ext cx="459057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1891071"/>
            <a:ext cx="4050506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EAFC8-DCEE-4125-9195-E710391BF012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1B94-C556-4195-8987-CA2C60645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8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EAFC8-DCEE-4125-9195-E710391BF012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1B94-C556-4195-8987-CA2C60645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815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5" y="897615"/>
            <a:ext cx="4658082" cy="1497686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5" y="2409470"/>
            <a:ext cx="4658082" cy="787597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/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EAFC8-DCEE-4125-9195-E710391BF012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1B94-C556-4195-8987-CA2C60645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75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8" y="958453"/>
            <a:ext cx="2295286" cy="228445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4" y="958453"/>
            <a:ext cx="2295286" cy="228445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EAFC8-DCEE-4125-9195-E710391BF012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1B94-C556-4195-8987-CA2C60645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694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1" y="191691"/>
            <a:ext cx="4658082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2" y="882610"/>
            <a:ext cx="228473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2" y="1315165"/>
            <a:ext cx="2284738" cy="193440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882610"/>
            <a:ext cx="229599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315165"/>
            <a:ext cx="2295990" cy="193440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EAFC8-DCEE-4125-9195-E710391BF012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1B94-C556-4195-8987-CA2C60645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18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EAFC8-DCEE-4125-9195-E710391BF012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1B94-C556-4195-8987-CA2C60645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00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EAFC8-DCEE-4125-9195-E710391BF012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1B94-C556-4195-8987-CA2C60645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011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1" y="240031"/>
            <a:ext cx="174185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1" y="518400"/>
            <a:ext cx="2734092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1" y="1080135"/>
            <a:ext cx="174185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EAFC8-DCEE-4125-9195-E710391BF012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1B94-C556-4195-8987-CA2C60645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843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1" y="240031"/>
            <a:ext cx="174185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1" y="518400"/>
            <a:ext cx="2734092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1" y="1080135"/>
            <a:ext cx="174185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EAFC8-DCEE-4125-9195-E710391BF012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1B94-C556-4195-8987-CA2C60645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22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EAFC8-DCEE-4125-9195-E710391BF012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1B94-C556-4195-8987-CA2C60645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1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191691"/>
            <a:ext cx="1164521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8" y="191691"/>
            <a:ext cx="3426053" cy="305121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EAFC8-DCEE-4125-9195-E710391BF012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61B94-C556-4195-8987-CA2C60645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883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191691"/>
            <a:ext cx="4658082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958453"/>
            <a:ext cx="4658082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7" y="3337085"/>
            <a:ext cx="121515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EAFC8-DCEE-4125-9195-E710391BF012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3337085"/>
            <a:ext cx="182272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3337085"/>
            <a:ext cx="121515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61B94-C556-4195-8987-CA2C60645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983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73C4512-9384-4986-BEAF-006A09C2F7B2}"/>
              </a:ext>
            </a:extLst>
          </p:cNvPr>
          <p:cNvGrpSpPr>
            <a:grpSpLocks noChangeAspect="1"/>
          </p:cNvGrpSpPr>
          <p:nvPr/>
        </p:nvGrpSpPr>
        <p:grpSpPr>
          <a:xfrm>
            <a:off x="802862" y="348773"/>
            <a:ext cx="3794950" cy="3048969"/>
            <a:chOff x="802862" y="348773"/>
            <a:chExt cx="3794950" cy="3048969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BA591EED-A49A-4328-B54C-DEBF6370D568}"/>
                </a:ext>
              </a:extLst>
            </p:cNvPr>
            <p:cNvGrpSpPr/>
            <p:nvPr/>
          </p:nvGrpSpPr>
          <p:grpSpPr>
            <a:xfrm>
              <a:off x="1072862" y="2308410"/>
              <a:ext cx="720000" cy="1089332"/>
              <a:chOff x="2437300" y="2709000"/>
              <a:chExt cx="720000" cy="1089332"/>
            </a:xfrm>
          </p:grpSpPr>
          <p:pic>
            <p:nvPicPr>
              <p:cNvPr id="7" name="图形 6">
                <a:extLst>
                  <a:ext uri="{FF2B5EF4-FFF2-40B4-BE49-F238E27FC236}">
                    <a16:creationId xmlns:a16="http://schemas.microsoft.com/office/drawing/2014/main" id="{0FD5538A-ED3E-4BAE-86F5-5CE4B4EEEB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37300" y="2709000"/>
                <a:ext cx="720000" cy="72000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871F2B1B-15B1-46D1-9229-6F0E2B91ABA9}"/>
                      </a:ext>
                    </a:extLst>
                  </p:cNvPr>
                  <p:cNvSpPr txBox="1"/>
                  <p:nvPr/>
                </p:nvSpPr>
                <p:spPr>
                  <a:xfrm>
                    <a:off x="2437300" y="3429000"/>
                    <a:ext cx="720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r>
                            <a:rPr lang="en-US" altLang="zh-CN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871F2B1B-15B1-46D1-9229-6F0E2B91AB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7300" y="3429000"/>
                    <a:ext cx="72000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2618AB8F-44AB-4C7F-98F4-6B94961CFB2C}"/>
                </a:ext>
              </a:extLst>
            </p:cNvPr>
            <p:cNvGrpSpPr/>
            <p:nvPr/>
          </p:nvGrpSpPr>
          <p:grpSpPr>
            <a:xfrm>
              <a:off x="1792862" y="2308410"/>
              <a:ext cx="720000" cy="1089332"/>
              <a:chOff x="2437300" y="2709000"/>
              <a:chExt cx="720000" cy="1089332"/>
            </a:xfrm>
          </p:grpSpPr>
          <p:pic>
            <p:nvPicPr>
              <p:cNvPr id="18" name="图形 17">
                <a:extLst>
                  <a:ext uri="{FF2B5EF4-FFF2-40B4-BE49-F238E27FC236}">
                    <a16:creationId xmlns:a16="http://schemas.microsoft.com/office/drawing/2014/main" id="{83AFAE74-F98F-473F-8475-7035ED14E9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37300" y="2709000"/>
                <a:ext cx="720000" cy="72000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21D8E4B4-7317-46E2-B41B-98E21A3C41BB}"/>
                      </a:ext>
                    </a:extLst>
                  </p:cNvPr>
                  <p:cNvSpPr txBox="1"/>
                  <p:nvPr/>
                </p:nvSpPr>
                <p:spPr>
                  <a:xfrm>
                    <a:off x="2437300" y="3429000"/>
                    <a:ext cx="720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r>
                            <a:rPr lang="en-US" altLang="zh-CN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21D8E4B4-7317-46E2-B41B-98E21A3C41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7300" y="3429000"/>
                    <a:ext cx="72000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C783983-8D81-49EE-969E-E30215EDC3F8}"/>
                </a:ext>
              </a:extLst>
            </p:cNvPr>
            <p:cNvGrpSpPr/>
            <p:nvPr/>
          </p:nvGrpSpPr>
          <p:grpSpPr>
            <a:xfrm>
              <a:off x="3429862" y="2308410"/>
              <a:ext cx="720000" cy="1089332"/>
              <a:chOff x="2437300" y="2709000"/>
              <a:chExt cx="720000" cy="1089332"/>
            </a:xfrm>
          </p:grpSpPr>
          <p:pic>
            <p:nvPicPr>
              <p:cNvPr id="24" name="图形 23">
                <a:extLst>
                  <a:ext uri="{FF2B5EF4-FFF2-40B4-BE49-F238E27FC236}">
                    <a16:creationId xmlns:a16="http://schemas.microsoft.com/office/drawing/2014/main" id="{330EC0F6-8AF9-4FBE-83F8-5905749918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37300" y="2709000"/>
                <a:ext cx="720000" cy="72000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80212836-78E3-43D6-A09B-A972ABC337AE}"/>
                      </a:ext>
                    </a:extLst>
                  </p:cNvPr>
                  <p:cNvSpPr txBox="1"/>
                  <p:nvPr/>
                </p:nvSpPr>
                <p:spPr>
                  <a:xfrm>
                    <a:off x="2437300" y="3429000"/>
                    <a:ext cx="720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r>
                            <a:rPr lang="en-US" altLang="zh-CN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80212836-78E3-43D6-A09B-A972ABC337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7300" y="3429000"/>
                    <a:ext cx="72000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C4E99FC-2E57-4812-BF0C-6A0982E00545}"/>
                </a:ext>
              </a:extLst>
            </p:cNvPr>
            <p:cNvSpPr txBox="1"/>
            <p:nvPr/>
          </p:nvSpPr>
          <p:spPr>
            <a:xfrm>
              <a:off x="2402012" y="2206745"/>
              <a:ext cx="11387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/>
                <a:t>···</a:t>
              </a:r>
              <a:endParaRPr lang="zh-CN" altLang="en-US" sz="5400" dirty="0"/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854BB86E-04A6-444B-B86A-A3493C9F6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02862" y="505866"/>
              <a:ext cx="540000" cy="5400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1F69779-4655-4018-9689-D8D997B51BF6}"/>
                    </a:ext>
                  </a:extLst>
                </p:cNvPr>
                <p:cNvSpPr txBox="1"/>
                <p:nvPr/>
              </p:nvSpPr>
              <p:spPr>
                <a:xfrm>
                  <a:off x="802862" y="1045866"/>
                  <a:ext cx="540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  <m:r>
                          <a:rPr lang="en-US" altLang="zh-CN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1F69779-4655-4018-9689-D8D997B51B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62" y="1045866"/>
                  <a:ext cx="54000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543715C-F772-4330-AB93-32DF64133C45}"/>
                </a:ext>
              </a:extLst>
            </p:cNvPr>
            <p:cNvGrpSpPr/>
            <p:nvPr/>
          </p:nvGrpSpPr>
          <p:grpSpPr>
            <a:xfrm>
              <a:off x="1669512" y="493203"/>
              <a:ext cx="540000" cy="909332"/>
              <a:chOff x="508000" y="432335"/>
              <a:chExt cx="540000" cy="909332"/>
            </a:xfrm>
          </p:grpSpPr>
          <p:pic>
            <p:nvPicPr>
              <p:cNvPr id="30" name="图形 29">
                <a:extLst>
                  <a:ext uri="{FF2B5EF4-FFF2-40B4-BE49-F238E27FC236}">
                    <a16:creationId xmlns:a16="http://schemas.microsoft.com/office/drawing/2014/main" id="{635FC095-739C-4B9F-9EF3-E2F3FFDD1C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08000" y="432335"/>
                <a:ext cx="540000" cy="54000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9B3398B1-AEBD-4389-A2D7-785CB1B71FAF}"/>
                      </a:ext>
                    </a:extLst>
                  </p:cNvPr>
                  <p:cNvSpPr txBox="1"/>
                  <p:nvPr/>
                </p:nvSpPr>
                <p:spPr>
                  <a:xfrm>
                    <a:off x="508000" y="972335"/>
                    <a:ext cx="540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  <m:r>
                            <a:rPr lang="en-US" altLang="zh-CN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9B3398B1-AEBD-4389-A2D7-785CB1B71F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000" y="972335"/>
                    <a:ext cx="540000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10ADB65-A6FE-4640-A910-7E25179A39F5}"/>
                </a:ext>
              </a:extLst>
            </p:cNvPr>
            <p:cNvGrpSpPr/>
            <p:nvPr/>
          </p:nvGrpSpPr>
          <p:grpSpPr>
            <a:xfrm>
              <a:off x="2536162" y="505866"/>
              <a:ext cx="540000" cy="909332"/>
              <a:chOff x="508000" y="432335"/>
              <a:chExt cx="540000" cy="909332"/>
            </a:xfrm>
          </p:grpSpPr>
          <p:pic>
            <p:nvPicPr>
              <p:cNvPr id="33" name="图形 32">
                <a:extLst>
                  <a:ext uri="{FF2B5EF4-FFF2-40B4-BE49-F238E27FC236}">
                    <a16:creationId xmlns:a16="http://schemas.microsoft.com/office/drawing/2014/main" id="{781592CD-B1ED-4D01-A22E-75B3894C44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08000" y="432335"/>
                <a:ext cx="540000" cy="54000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1B6F398B-C59F-4109-A0DD-9957FEA8309B}"/>
                      </a:ext>
                    </a:extLst>
                  </p:cNvPr>
                  <p:cNvSpPr txBox="1"/>
                  <p:nvPr/>
                </p:nvSpPr>
                <p:spPr>
                  <a:xfrm>
                    <a:off x="508000" y="972335"/>
                    <a:ext cx="540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  <m:r>
                            <a:rPr lang="en-US" altLang="zh-CN" i="1" baseline="-2500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1B6F398B-C59F-4109-A0DD-9957FEA830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000" y="972335"/>
                    <a:ext cx="540000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DFFD4844-AAE9-41D6-B4D7-03A679379BDF}"/>
                </a:ext>
              </a:extLst>
            </p:cNvPr>
            <p:cNvGrpSpPr/>
            <p:nvPr/>
          </p:nvGrpSpPr>
          <p:grpSpPr>
            <a:xfrm>
              <a:off x="4057812" y="505866"/>
              <a:ext cx="540000" cy="909332"/>
              <a:chOff x="508000" y="432335"/>
              <a:chExt cx="540000" cy="909332"/>
            </a:xfrm>
          </p:grpSpPr>
          <p:pic>
            <p:nvPicPr>
              <p:cNvPr id="36" name="图形 35">
                <a:extLst>
                  <a:ext uri="{FF2B5EF4-FFF2-40B4-BE49-F238E27FC236}">
                    <a16:creationId xmlns:a16="http://schemas.microsoft.com/office/drawing/2014/main" id="{AE3E4E0F-531C-4C87-822B-E9513C2861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08000" y="432335"/>
                <a:ext cx="540000" cy="54000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0D58F318-686B-48FB-A241-8F790B7A3927}"/>
                      </a:ext>
                    </a:extLst>
                  </p:cNvPr>
                  <p:cNvSpPr txBox="1"/>
                  <p:nvPr/>
                </p:nvSpPr>
                <p:spPr>
                  <a:xfrm>
                    <a:off x="508000" y="972335"/>
                    <a:ext cx="540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  <m:r>
                            <a:rPr lang="en-US" altLang="zh-CN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zh-CN" altLang="en-US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0D58F318-686B-48FB-A241-8F790B7A39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000" y="972335"/>
                    <a:ext cx="540000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FC73F83-C327-4581-A288-B33756675FCC}"/>
                </a:ext>
              </a:extLst>
            </p:cNvPr>
            <p:cNvSpPr txBox="1"/>
            <p:nvPr/>
          </p:nvSpPr>
          <p:spPr>
            <a:xfrm>
              <a:off x="2997637" y="348773"/>
              <a:ext cx="11387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/>
                <a:t>···</a:t>
              </a:r>
              <a:endParaRPr lang="zh-CN" altLang="en-US" sz="5400" dirty="0"/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BC85FC5E-3D75-46C1-AFBE-FF3CB9DD10EB}"/>
                </a:ext>
              </a:extLst>
            </p:cNvPr>
            <p:cNvCxnSpPr>
              <a:cxnSpLocks/>
              <a:stCxn id="27" idx="2"/>
              <a:endCxn id="7" idx="0"/>
            </p:cNvCxnSpPr>
            <p:nvPr/>
          </p:nvCxnSpPr>
          <p:spPr>
            <a:xfrm>
              <a:off x="1072862" y="1415198"/>
              <a:ext cx="360000" cy="89321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ABD5DD54-9833-41B1-A094-1FEFC64E0998}"/>
                </a:ext>
              </a:extLst>
            </p:cNvPr>
            <p:cNvCxnSpPr>
              <a:cxnSpLocks/>
              <a:stCxn id="27" idx="2"/>
              <a:endCxn id="24" idx="0"/>
            </p:cNvCxnSpPr>
            <p:nvPr/>
          </p:nvCxnSpPr>
          <p:spPr>
            <a:xfrm>
              <a:off x="1072862" y="1415198"/>
              <a:ext cx="2717000" cy="89321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5841BED0-7995-4604-87CE-516270D46812}"/>
                </a:ext>
              </a:extLst>
            </p:cNvPr>
            <p:cNvCxnSpPr>
              <a:cxnSpLocks/>
              <a:stCxn id="31" idx="2"/>
              <a:endCxn id="18" idx="0"/>
            </p:cNvCxnSpPr>
            <p:nvPr/>
          </p:nvCxnSpPr>
          <p:spPr>
            <a:xfrm>
              <a:off x="1939512" y="1402536"/>
              <a:ext cx="213350" cy="90587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6CCC0AE5-038D-499B-96C2-48DE2F351612}"/>
                </a:ext>
              </a:extLst>
            </p:cNvPr>
            <p:cNvCxnSpPr>
              <a:cxnSpLocks/>
              <a:stCxn id="34" idx="2"/>
              <a:endCxn id="7" idx="0"/>
            </p:cNvCxnSpPr>
            <p:nvPr/>
          </p:nvCxnSpPr>
          <p:spPr>
            <a:xfrm flipH="1">
              <a:off x="1432862" y="1415198"/>
              <a:ext cx="1373300" cy="89321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D20EF432-A952-4A0D-9FB8-4940876C5B75}"/>
                </a:ext>
              </a:extLst>
            </p:cNvPr>
            <p:cNvCxnSpPr>
              <a:cxnSpLocks/>
              <a:stCxn id="34" idx="2"/>
              <a:endCxn id="18" idx="0"/>
            </p:cNvCxnSpPr>
            <p:nvPr/>
          </p:nvCxnSpPr>
          <p:spPr>
            <a:xfrm flipH="1">
              <a:off x="2152862" y="1415198"/>
              <a:ext cx="653300" cy="89321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56F81ECA-94AE-4687-A77A-1B1723427D3F}"/>
                </a:ext>
              </a:extLst>
            </p:cNvPr>
            <p:cNvCxnSpPr>
              <a:cxnSpLocks/>
              <a:stCxn id="37" idx="2"/>
              <a:endCxn id="7" idx="0"/>
            </p:cNvCxnSpPr>
            <p:nvPr/>
          </p:nvCxnSpPr>
          <p:spPr>
            <a:xfrm flipH="1">
              <a:off x="1432862" y="1415198"/>
              <a:ext cx="2894950" cy="89321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5BC3C374-0566-44A9-9431-BE196C0BD982}"/>
                </a:ext>
              </a:extLst>
            </p:cNvPr>
            <p:cNvCxnSpPr>
              <a:cxnSpLocks/>
              <a:stCxn id="37" idx="2"/>
              <a:endCxn id="24" idx="0"/>
            </p:cNvCxnSpPr>
            <p:nvPr/>
          </p:nvCxnSpPr>
          <p:spPr>
            <a:xfrm flipH="1">
              <a:off x="3789862" y="1415198"/>
              <a:ext cx="537950" cy="89321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850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</TotalTime>
  <Words>14</Words>
  <Application>Microsoft Office PowerPoint</Application>
  <PresentationFormat>自定义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zqh</dc:creator>
  <cp:lastModifiedBy>zqh</cp:lastModifiedBy>
  <cp:revision>7</cp:revision>
  <dcterms:created xsi:type="dcterms:W3CDTF">2022-06-02T01:43:51Z</dcterms:created>
  <dcterms:modified xsi:type="dcterms:W3CDTF">2022-06-02T06:10:29Z</dcterms:modified>
</cp:coreProperties>
</file>